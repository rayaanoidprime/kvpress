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Patterns - Which Tokens Survive Compression?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82880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987552"/>
            <a:ext cx="18288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87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987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retention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8229600" cy="3200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kept,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evicted. KNorm retains high-magnitude tokens (keywords, punctuation). SnapKV retains contextually attended tokens. Structural tokens survive; filler tokens are pruned.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Autocorrelation - How Far Does Token Similarity Extend?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82296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63440"/>
            <a:ext cx="4069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663440"/>
            <a:ext cx="54864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stays above 0.6 even at lag 20 - adjacent tokens remain meaningfully similar over long distances.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4663440"/>
            <a:ext cx="4069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466344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drops faster with oscillations - syntactic boundaries create sharp transitions that delta methods must handle.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Rank Per Layer - How Compressible is the Head Dimension?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Variance by Component (Scree)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43584"/>
            <a:ext cx="822960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337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Rank (90% Variance Threshold) per Layer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593592"/>
            <a:ext cx="8229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LANDSCAPE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Three-Axis Taxonomy of KV Cache Compression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PIPELINE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Compression Lifecycle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87552"/>
            <a:ext cx="822960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60520"/>
            <a:ext cx="8412480" cy="438912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160520"/>
            <a:ext cx="54864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1605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Decompression runs once per generated token per layer - thousands of times vs. one compression at prefill. Decode speed is the critical path.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LANDSCAPE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 Deployment Options by Task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compression axis fits your workload? Based on structural properties each method preserves.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3774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Concern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Document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of specific 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Eviction (careful)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Pruned tokens cannot be retrieved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semantic coherence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token is 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Completion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syntactic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has low temporal smoothness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Multi-turn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cache across 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Eviction +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must stay bounded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value preservation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/ High-precision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Numbers/fields are fragile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BENCHMARKS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Speed and Fidelity - No Model Required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96926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Latency vs Compression Ratio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25296"/>
            <a:ext cx="512064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969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 Logit Error vs MSE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0" y="1225296"/>
            <a:ext cx="3383280" cy="3017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delta_int4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outlier - high MSE AND high attention logit error. Most codecs cluster near the origin with acceptable fidelity.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BENCHMARKS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Quality - MSE and Attention Logit Error per Codec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14400"/>
            <a:ext cx="832104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17720"/>
            <a:ext cx="2651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617720"/>
            <a:ext cx="54864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6177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INT8/FP16 codecs: near-zero error - safe baseline zone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4617720"/>
            <a:ext cx="2651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461772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0128" y="46177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KIVI families: low error at high compression - strong Pareto frontier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35040" y="4617720"/>
            <a:ext cx="2651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4617720"/>
            <a:ext cx="54864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46177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delta_int4: 10x higher MSE and logit error than all other int4 methods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QUALITY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vs Compression Ratio - Precision Reduction Codecs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. Prose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61872"/>
            <a:ext cx="420624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0" y="10241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. Prose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261872"/>
            <a:ext cx="420624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30906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. Code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" y="3328416"/>
            <a:ext cx="4206240" cy="1828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46320" y="30906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. Code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46320" y="3328416"/>
            <a:ext cx="4206240" cy="18288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KIVI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near-baseline perplexity up to 80% compression.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delta_int4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explodes - do not use for quality-sensitive tasks.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Cache Compression - Slides 8-15</dc:title>
  <dc:subject>PptxGenJS Presentation</dc:subject>
  <dc:creator>PptxGenJS</dc:creator>
  <cp:lastModifiedBy>PptxGenJS</cp:lastModifiedBy>
  <cp:revision>1</cp:revision>
  <dcterms:created xsi:type="dcterms:W3CDTF">2026-05-11T02:44:53Z</dcterms:created>
  <dcterms:modified xsi:type="dcterms:W3CDTF">2026-05-11T02:44:53Z</dcterms:modified>
</cp:coreProperties>
</file>