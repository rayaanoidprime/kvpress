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5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STRUCTURE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Eviction Patterns - Which Tokens Survive Compression?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1828800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TinyLlama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987552"/>
            <a:ext cx="182880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9875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Qwen2.5-0.5B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0" y="9875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retention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8229600" cy="32004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Blue=kept,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Red=evicted. KNorm retains high-magnitude tokens. SnapKV retains contextually attended tokens. Structural tokens survive.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5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STRUCTURE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Autocorrelation - How Far Does Token Similarity Extend?</a:t>
            </a:r>
            <a:endParaRPr lang="en-US" sz="1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82296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663440"/>
            <a:ext cx="40690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4663440"/>
            <a:ext cx="54864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" y="4663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Prose: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&gt;0.6 even at lag 20 - adjacent tokens remain meaningfully similar.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4663440"/>
            <a:ext cx="40690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4663440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73168" y="46634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drops faster with oscillations - syntactic boundaries create sharp transitions.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5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STRUCTURE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Rank Per Layer - How Compressible is the Head Dimension?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Variance by Component (Scree)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43584"/>
            <a:ext cx="822960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337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Rank (90% Variance Threshold) per Layer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3593592"/>
            <a:ext cx="8229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5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LANDSCAPE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Three-Axis Taxonomy of KV Cache Compression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5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PIPELINE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Compression Lifecycle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87552"/>
            <a:ext cx="8229600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160520"/>
            <a:ext cx="8412480" cy="438912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4160520"/>
            <a:ext cx="54864" cy="43891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1605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Decompression runs once per generated token per layer. Decode speed is the critical path.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5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LANDSCAPE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Prescribed Deployment Options by Task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compression axis fits your workload? Based on structural properties each method preserves.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103120"/>
                <a:gridCol w="237744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Concern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Suggested Axis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Document 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of specific facts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Eviction (careful)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Pruned tokens cannot be retrieved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semantic coherence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single token is 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Completion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syntactic 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has low temporal smoothness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Multi-turn Chat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Growing cache across turns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Eviction + 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must stay bounded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value preservation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/ High-precision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Numbers/fields are fragile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5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BENCHMARKS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Speed and Fidelity - No Model Required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96926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Latency vs Compression Ratio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25296"/>
            <a:ext cx="5120640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77840" y="9692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Attn Logit Error vs MSE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77840" y="1225296"/>
            <a:ext cx="3383280" cy="30175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delta_int4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outlier - high MSE AND high attention logit error. Most codecs cluster near origin with acceptable fidelity.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5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BENCHMARKS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Quality - MSE and Attention Logit Error per Codec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914400"/>
            <a:ext cx="832104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617720"/>
            <a:ext cx="26517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4617720"/>
            <a:ext cx="54864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" y="461772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INT8/FP16: near-zero error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00400" y="4617720"/>
            <a:ext cx="26517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0" y="4617720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3310128" y="461772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KIVI families: low error at high compression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035040" y="4617720"/>
            <a:ext cx="26517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4617720"/>
            <a:ext cx="54864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1"/>
          <p:cNvSpPr/>
          <p:nvPr/>
        </p:nvSpPr>
        <p:spPr>
          <a:xfrm>
            <a:off x="6144768" y="461772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delta_int4: 10x higher MSE than all other int4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5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QUALITY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vs Compression Ratio - Precision Reduction Codecs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TinyLlama . Prose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61872"/>
            <a:ext cx="420624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46320" y="102412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. Prose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1261872"/>
            <a:ext cx="4206240" cy="1828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" y="309067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TinyLlama . Code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0040" y="3328416"/>
            <a:ext cx="4206240" cy="18288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46320" y="309067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. Code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46320" y="3328416"/>
            <a:ext cx="4206240" cy="18288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KIVI maintains near-baseline PPL at 80% compression.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delta_int4 explodes - do not use for quality-sensitive tasks.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5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QUALITY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vs Quantization Bits - How Low Can We Go?</a:t>
            </a:r>
            <a:endParaRPr lang="en-US" sz="1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859536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KIVI (amber)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flat from 8-bit down to 2-bit. </a:t>
            </a:r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(blue)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at 8-bit but explodes at 4-bit - quantization error compounds in cumulative sum. </a:t>
            </a:r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(teal)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degrades gracefully.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5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QUALITY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 Comparison - Precision vs Eviction vs Dimension</a:t>
            </a:r>
            <a:endParaRPr lang="en-US" sz="1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859536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(blue) dominates at both 2x and 4x targets. </a:t>
            </a:r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Eviction (teal) is 10-50x worse at equal memory budget.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reduction (purple) is moderate. Solid bars=2x, hatched=4x.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KV Cache Compression - Slides 8-17</dc:title>
  <dc:subject>PptxGenJS Presentation</dc:subject>
  <dc:creator>PptxGenJS</dc:creator>
  <cp:lastModifiedBy>PptxGenJS</cp:lastModifiedBy>
  <cp:revision>1</cp:revision>
  <dcterms:created xsi:type="dcterms:W3CDTF">2026-05-11T02:48:40Z</dcterms:created>
  <dcterms:modified xsi:type="dcterms:W3CDTF">2026-05-11T02:48:40Z</dcterms:modified>
</cp:coreProperties>
</file>